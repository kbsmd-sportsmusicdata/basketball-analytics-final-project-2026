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BA-FinalProject/TeamPlayerSkillDistributionMatrix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66C45FA-0D67-4768-B5E7-BAA949224FC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BA - Final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6352A8F-2E2F-4F91-A01B-D17402C7E85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1/20/2026 12:23:38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yer Key Performance Metrics" id="2" name="slide2">
            <a:extLst>
              <a:ext uri="{FF2B5EF4-FFF2-40B4-BE49-F238E27FC236}">
                <a16:creationId xmlns:a16="http://schemas.microsoft.com/office/drawing/2014/main" id="{9C7592FD-D91A-4E50-9AFB-A27D02FFB2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024"/>
            <a:ext cx="12192000" cy="397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amPlayer Skill Distribution Matrix" id="3" name="slide3">
            <a:extLst>
              <a:ext uri="{FF2B5EF4-FFF2-40B4-BE49-F238E27FC236}">
                <a16:creationId xmlns:a16="http://schemas.microsoft.com/office/drawing/2014/main" id="{9B01B9BE-407B-4DA7-AA20-C15AF57578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866"/>
            <a:ext cx="12192000" cy="635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yer Comp Table" id="4" name="slide4">
            <a:extLst>
              <a:ext uri="{FF2B5EF4-FFF2-40B4-BE49-F238E27FC236}">
                <a16:creationId xmlns:a16="http://schemas.microsoft.com/office/drawing/2014/main" id="{0D854F9E-8322-4001-80E5-30EA49211F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487"/>
            <a:ext cx="12192000" cy="63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neup | 1. Heatmap" id="5" name="slide5">
            <a:extLst>
              <a:ext uri="{FF2B5EF4-FFF2-40B4-BE49-F238E27FC236}">
                <a16:creationId xmlns:a16="http://schemas.microsoft.com/office/drawing/2014/main" id="{FAC13AD7-E0BB-40F2-B372-BFDE31E837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226"/>
            <a:ext cx="12192000" cy="609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. Net Rtg Journey (Game-by-Game Line)" id="6" name="slide6">
            <a:extLst>
              <a:ext uri="{FF2B5EF4-FFF2-40B4-BE49-F238E27FC236}">
                <a16:creationId xmlns:a16="http://schemas.microsoft.com/office/drawing/2014/main" id="{184AB1A2-C725-474E-8D90-D87D5A96E3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73"/>
            <a:ext cx="12192000" cy="574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 Four Factors Breakdown (Slope Chart)" id="7" name="slide7">
            <a:extLst>
              <a:ext uri="{FF2B5EF4-FFF2-40B4-BE49-F238E27FC236}">
                <a16:creationId xmlns:a16="http://schemas.microsoft.com/office/drawing/2014/main" id="{4A7B7A1A-A14F-4EAD-8831-BC9486881D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193"/>
            <a:ext cx="12192000" cy="631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-Scatterplot-Anti Analytics" id="8" name="slide8">
            <a:extLst>
              <a:ext uri="{FF2B5EF4-FFF2-40B4-BE49-F238E27FC236}">
                <a16:creationId xmlns:a16="http://schemas.microsoft.com/office/drawing/2014/main" id="{85D5BF1C-C03A-49B9-9BF5-B735907CDF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7" y="0"/>
            <a:ext cx="11913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2026-01-20T00:23:38Z</dcterms:created>
  <dcterms:modified xsi:type="dcterms:W3CDTF">2026-01-20T00:23:38Z</dcterms:modified>
</cp:coreProperties>
</file>